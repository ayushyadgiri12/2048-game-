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18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_sample/ppt/media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457200"/>
            <a:ext cx="438912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 Clone with Leaderboard System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(Number Puzzle Platform)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200400" y="3337560"/>
            <a:ext cx="27432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493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Prakash Yadgiri  |  150096725098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Future Tech  •  ITM Skills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200" dirty="0"/>
          </a:p>
        </p:txBody>
      </p:sp>
      <p:pic>
        <p:nvPicPr>
          <p:cNvPr id="4" name="Image 0" descr="/home/claude/unpacked_sample/ppt/media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54864"/>
            <a:ext cx="1463040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Future Tech  •  ITM Skills University  •  Case Study Report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777240"/>
            <a:ext cx="3840480" cy="347472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1170432"/>
            <a:ext cx="384048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 by Gabriele Cirulli (2014) — global puzzle phenomenon with simple mechanics and deep strategic depth.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implementations are standalone with no performance tracking or community features.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browser-based 2048 Clone using HTML5, CSS3 &amp; JavaScript with leaderboard + forum.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Casual Gaming &amp; Puzzle Applications — showcasing clean UI, efficient game logic, and modular JS.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777240"/>
            <a:ext cx="4206240" cy="347472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777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0" y="1170432"/>
            <a:ext cx="42062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score history, no peer benchmarking, no community strategy space in existing clones.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Fully playable 4×4 game with tile merging, keyboard &amp; swipe controls, win/game-over detection.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tracking via localStorage feeds a ranked leaderboard across all browser sessions.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forum lets players post and discuss strategies — all stored locally, no backend needed.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Design &amp; Key Algorithms</a:t>
            </a:r>
            <a:endParaRPr lang="en-US" sz="2200" dirty="0"/>
          </a:p>
        </p:txBody>
      </p:sp>
      <p:pic>
        <p:nvPicPr>
          <p:cNvPr id="4" name="Image 0" descr="/home/claude/unpacked_sample/ppt/media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54864"/>
            <a:ext cx="1463040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Future Tech  •  ITM Skills University  •  Case Study Report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38328" y="768096"/>
            <a:ext cx="265176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38328" y="768096"/>
            <a:ext cx="265176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" y="859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Game Interface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9768" y="1170432"/>
            <a:ext cx="246888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grid, color-coded tiles, real-time score display, restart button. Nav: Play, Leaderboard, Forum.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27248" y="768096"/>
            <a:ext cx="265176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27248" y="768096"/>
            <a:ext cx="265176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18688" y="859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Game Logic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218688" y="1170432"/>
            <a:ext cx="246888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slide (arrow keys / swipe). Identical tiles merge. New tile (2 or 4) added after every move.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16168" y="768096"/>
            <a:ext cx="265176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16168" y="768096"/>
            <a:ext cx="265176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07608" y="859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Score &amp; Leaderboard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007608" y="1170432"/>
            <a:ext cx="246888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value added to score. Score saved to localStorage on game-over; leaderboard sorted descending.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8328" y="2807208"/>
            <a:ext cx="265176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8328" y="2807208"/>
            <a:ext cx="265176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9768" y="28986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Tile Merging Algorithm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29768" y="3209544"/>
            <a:ext cx="246888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non-zero tiles → merge adjacent equals → pad zeros. Directions use rotate + moveLeft + undo.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127248" y="2807208"/>
            <a:ext cx="265176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127248" y="2807208"/>
            <a:ext cx="265176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18688" y="28986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Win / Game-Over Detection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218688" y="3209544"/>
            <a:ext cx="246888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Win: any cell = 2048. Game-over: no empty cells AND no adjacent equal tiles in any direction.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916168" y="2807208"/>
            <a:ext cx="265176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916168" y="2807208"/>
            <a:ext cx="265176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07608" y="28986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Forum Module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007608" y="3209544"/>
            <a:ext cx="246888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submit text comments stored as JSON in localStorage; rendered chronologically on page load.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Implementation</a:t>
            </a:r>
            <a:endParaRPr lang="en-US" sz="2200" dirty="0"/>
          </a:p>
        </p:txBody>
      </p:sp>
      <p:pic>
        <p:nvPicPr>
          <p:cNvPr id="4" name="Image 0" descr="/home/claude/unpacked_sample/ppt/media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54864"/>
            <a:ext cx="1463040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Future Tech  •  ITM Skills University  •  Case Study Report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38328" y="768096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38328" y="768096"/>
            <a:ext cx="265176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" y="859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9768" y="1170432"/>
            <a:ext cx="24688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elements, CSS Grid game board, data attributes for tile values.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27248" y="768096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27248" y="768096"/>
            <a:ext cx="265176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18688" y="859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218688" y="1170432"/>
            <a:ext cx="24688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layout, custom properties for tile colors, transition/transform animations, Flexbox, media queries.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16168" y="768096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16168" y="768096"/>
            <a:ext cx="265176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07608" y="859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007608" y="1170432"/>
            <a:ext cx="24688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manipulation, localStorage API, keyboard &amp; touch event listeners, array methods (filter, sort, map).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8328" y="2386584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8328" y="2386584"/>
            <a:ext cx="411480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9768" y="24780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29768" y="2788920"/>
            <a:ext cx="393192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Game grid, nav, leaderboard, forum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 — Layout, tile colors, responsive rules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game.js — Board init, move functions, merge algorithm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leaderboard.js — Save / sort / render scores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forum.js — Post, store, and render comments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90288" y="2386584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90288" y="2386584"/>
            <a:ext cx="411480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81728" y="24780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Design &amp; Environment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681728" y="2788920"/>
            <a:ext cx="393192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used for wireframing UI layout, color palette &amp; navigation flow before coding.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required — fully client-side.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Chrome, Firefox, Edge, Safari.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scores &amp; forum posts stored as JSON in localStorage.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Conclusion &amp; Future Scope</a:t>
            </a:r>
            <a:endParaRPr lang="en-US" sz="2200" dirty="0"/>
          </a:p>
        </p:txBody>
      </p:sp>
      <p:pic>
        <p:nvPicPr>
          <p:cNvPr id="4" name="Image 0" descr="/home/claude/unpacked_sample/ppt/media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54864"/>
            <a:ext cx="1463040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Future Tech  •  ITM Skills University  •  Case Study Report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38328" y="768096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38328" y="768096"/>
            <a:ext cx="265176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" y="859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 Game Behavior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9768" y="1170432"/>
            <a:ext cx="24688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merging handles all edge cases (corner, chain, blocked). Behavior identical to original 2048.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27248" y="768096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27248" y="768096"/>
            <a:ext cx="265176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18688" y="859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Smooth Animations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218688" y="1170432"/>
            <a:ext cx="24688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+ CSS transitions deliver 60 fps tile animations. No JS animation libraries required.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16168" y="768096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16168" y="768096"/>
            <a:ext cx="265176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07608" y="859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Responsive &amp; Accessible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007608" y="1170432"/>
            <a:ext cx="24688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playable on 320px–1920px screens. Touch/swipe support extends accessibility to mobile users.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8328" y="2386584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8328" y="2386584"/>
            <a:ext cx="411480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9768" y="24780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29768" y="2788920"/>
            <a:ext cx="393192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demonstrates a complete 2048 Clone using only HTML5, CSS3, and JavaScript. Adds leaderboard ranking and a community forum — transforming a single-player puzzle into a lightweight social gaming platform.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90288" y="2386584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90288" y="2386584"/>
            <a:ext cx="4114800" cy="64008"/>
          </a:xfrm>
          <a:prstGeom prst="rect">
            <a:avLst/>
          </a:prstGeom>
          <a:solidFill>
            <a:srgbClr val="A81851"/>
          </a:solidFill>
          <a:ln w="12700">
            <a:solidFill>
              <a:srgbClr val="A8185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81728" y="24780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681728" y="2788920"/>
            <a:ext cx="393192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backend for global leaderboards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authentication &amp; personalized profiles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Timed challenge &amp; undo/redo modes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5×5 / 6×6 premium grid variants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1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PWA wrapper for offline mobile play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2048 Clone with Leaderboard System</dc:title>
  <dc:subject>PptxGenJS Presentation</dc:subject>
  <dc:creator>Ayush Prakash Yadgiri</dc:creator>
  <cp:lastModifiedBy>Ayush Prakash Yadgiri</cp:lastModifiedBy>
  <cp:revision>1</cp:revision>
  <dcterms:created xsi:type="dcterms:W3CDTF">2026-03-11T20:40:54Z</dcterms:created>
  <dcterms:modified xsi:type="dcterms:W3CDTF">2026-03-11T20:40:54Z</dcterms:modified>
</cp:coreProperties>
</file>